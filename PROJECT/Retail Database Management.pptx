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D54B8-3A6D-4C65-A28C-15A8B67A439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F586E-7F44-4F9A-9798-66AF7F6E371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899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2292"/>
            <a:ext cx="8994140" cy="55757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product that has been ordered the most times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COUNT(o.pid) AS most</a:t>
            </a:r>
            <a:r>
              <a:rPr lang="en-US" alt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p.name,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p.type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product AS p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 orderitem AS o 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ON p.pid = o.pid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BY p.name, p.type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 BY most DESC</a:t>
            </a:r>
            <a:endParaRPr lang="en-US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 </a:t>
            </a:r>
            <a:r>
              <a:rPr lang="en-US" alt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1;</a:t>
            </a:r>
            <a:endParaRPr lang="en-US" altLang="en-US" sz="1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1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the orders that were placed for products that are sold by stores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city of Toronto.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p.name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o.price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s.name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s.province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s.city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AS p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o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o.pid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store AS s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s.sid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s.city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"Toronto";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667" y="1282292"/>
            <a:ext cx="2786816" cy="16896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302" y="4259970"/>
            <a:ext cx="2632876" cy="12954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958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9964"/>
            <a:ext cx="9103057" cy="51929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name and contact phone number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address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province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Quebec and city is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Montreal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* 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address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province = 'Quebec'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AND city = 'Montreal</a:t>
            </a:r>
            <a:r>
              <a:rPr lang="en-US" sz="15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';</a:t>
            </a:r>
            <a:endParaRPr lang="en-US" sz="15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report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all products whose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is above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average price using 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subquery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price &gt; (SELECT AVG(price) FROM product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5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quantity of products from store with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storeid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 in the shopping cart using a subquery. </a:t>
            </a: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SUM(quantity) AS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save_to_shopping_cart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(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15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056" y="1640273"/>
            <a:ext cx="3029803" cy="12573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056" y="3235721"/>
            <a:ext cx="3029803" cy="12736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056" y="4557093"/>
            <a:ext cx="3102841" cy="1461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109864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87606"/>
            <a:ext cx="9423778" cy="5370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Display 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quantity of products from store with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storeid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 in the shopping cart</a:t>
            </a:r>
            <a:endParaRPr lang="en-US" sz="2000" b="1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  <a:b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save_to_shopping_cart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SUM(quantity)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save_to_shopping_cart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JOIN product 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save_to_shopping_cart.pid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product.pid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product.sid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8;</a:t>
            </a: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 the payment state of orders to unpaid which wer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created after year 2017 and 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a total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amount greater than 50</a:t>
            </a:r>
            <a:endParaRPr lang="en-US" sz="2000" b="1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orders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paymentState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'unpaid'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YEAR(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creationTime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2017</a:t>
            </a:r>
            <a:b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totalAmount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 50;</a:t>
            </a: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orders </a:t>
            </a:r>
            <a:endParaRPr lang="en-US" sz="15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year(</a:t>
            </a:r>
            <a:r>
              <a:rPr lang="en-US" sz="15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creationTime</a:t>
            </a:r>
            <a:r>
              <a:rPr lang="en-US" sz="15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)=2017 </a:t>
            </a:r>
            <a:endParaRPr lang="en-US" sz="15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15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totalAmount</a:t>
            </a:r>
            <a:r>
              <a:rPr lang="en-US" sz="15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&gt;50;</a:t>
            </a:r>
            <a:endParaRPr lang="en-IN" sz="15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369" y="1562669"/>
            <a:ext cx="2468195" cy="1896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368" y="4524233"/>
            <a:ext cx="2468195" cy="1958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358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310184"/>
            <a:ext cx="8939283" cy="56433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the details of the buyers who have a phone number that starts with the contact number 91.</a:t>
            </a:r>
            <a:endParaRPr 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b.userid</a:t>
            </a:r>
            <a:r>
              <a:rPr lang="en-US" dirty="0"/>
              <a:t>, u.name, </a:t>
            </a:r>
            <a:r>
              <a:rPr lang="en-US" dirty="0" err="1"/>
              <a:t>u.phoneNumber</a:t>
            </a:r>
            <a:br>
              <a:rPr lang="en-US" dirty="0"/>
            </a:br>
            <a:r>
              <a:rPr lang="en-US" dirty="0"/>
              <a:t>FROM buyer AS b</a:t>
            </a:r>
            <a:br>
              <a:rPr lang="en-US" dirty="0"/>
            </a:br>
            <a:r>
              <a:rPr lang="en-US" dirty="0"/>
              <a:t>JOIN users AS u </a:t>
            </a:r>
            <a:br>
              <a:rPr lang="en-US" dirty="0"/>
            </a:br>
            <a:r>
              <a:rPr lang="en-US" dirty="0"/>
              <a:t>ON </a:t>
            </a:r>
            <a:r>
              <a:rPr lang="en-US" dirty="0" err="1"/>
              <a:t>b.userid</a:t>
            </a:r>
            <a:r>
              <a:rPr lang="en-US" dirty="0"/>
              <a:t> = </a:t>
            </a:r>
            <a:r>
              <a:rPr lang="en-US" dirty="0" err="1"/>
              <a:t>u.userid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phoneNumber</a:t>
            </a:r>
            <a:r>
              <a:rPr lang="en-US" dirty="0"/>
              <a:t> LIKE "91</a:t>
            </a:r>
            <a:r>
              <a:rPr lang="en-US" dirty="0" smtClean="0"/>
              <a:t>%";</a:t>
            </a: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Delete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store which opened before year 2017</a:t>
            </a:r>
            <a:endParaRPr lang="en-US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/>
              <a:t>DELETE FROM store</a:t>
            </a:r>
            <a:br>
              <a:rPr lang="en-US" dirty="0"/>
            </a:br>
            <a:r>
              <a:rPr lang="en-US" dirty="0"/>
              <a:t>WHERE YEAR(</a:t>
            </a:r>
            <a:r>
              <a:rPr lang="en-US" dirty="0" err="1"/>
              <a:t>startTime</a:t>
            </a:r>
            <a:r>
              <a:rPr lang="en-US" dirty="0"/>
              <a:t>) &lt; 2017</a:t>
            </a:r>
            <a:r>
              <a:rPr lang="en-US" dirty="0" smtClean="0"/>
              <a:t>;</a:t>
            </a:r>
            <a:endParaRPr lang="en-US" dirty="0" smtClean="0"/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stores and their associated managers</a:t>
            </a:r>
            <a:endParaRPr lang="en-US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dirty="0"/>
              <a:t>SELECT </a:t>
            </a:r>
            <a:r>
              <a:rPr lang="en-IN" sz="2000" dirty="0" err="1"/>
              <a:t>m.userid</a:t>
            </a:r>
            <a:r>
              <a:rPr lang="en-IN" sz="2000" dirty="0"/>
              <a:t>,</a:t>
            </a:r>
            <a:br>
              <a:rPr lang="en-IN" sz="2000" dirty="0"/>
            </a:br>
            <a:r>
              <a:rPr lang="en-IN" sz="2000" dirty="0"/>
              <a:t>u.name AS Manager,</a:t>
            </a:r>
            <a:br>
              <a:rPr lang="en-IN" sz="2000" dirty="0"/>
            </a:br>
            <a:r>
              <a:rPr lang="en-IN" sz="2000" dirty="0"/>
              <a:t>s.name AS </a:t>
            </a:r>
            <a:r>
              <a:rPr lang="en-IN" sz="2000" dirty="0" err="1"/>
              <a:t>storeName</a:t>
            </a:r>
            <a:br>
              <a:rPr lang="en-IN" sz="2000" dirty="0"/>
            </a:br>
            <a:r>
              <a:rPr lang="en-IN" sz="2000" dirty="0"/>
              <a:t>FROM manage AS m</a:t>
            </a:r>
            <a:br>
              <a:rPr lang="en-IN" sz="2000" dirty="0"/>
            </a:br>
            <a:r>
              <a:rPr lang="en-IN" sz="2000" dirty="0"/>
              <a:t>JOIN users AS u </a:t>
            </a:r>
            <a:br>
              <a:rPr lang="en-IN" sz="2000" dirty="0"/>
            </a:br>
            <a:r>
              <a:rPr lang="en-IN" sz="2000" dirty="0"/>
              <a:t>ON </a:t>
            </a:r>
            <a:r>
              <a:rPr lang="en-IN" sz="2000" dirty="0" err="1"/>
              <a:t>m.userid</a:t>
            </a:r>
            <a:r>
              <a:rPr lang="en-IN" sz="2000" dirty="0"/>
              <a:t> = </a:t>
            </a:r>
            <a:r>
              <a:rPr lang="en-IN" sz="2000" dirty="0" err="1"/>
              <a:t>u.userid</a:t>
            </a:r>
            <a:br>
              <a:rPr lang="en-IN" sz="2000" dirty="0"/>
            </a:br>
            <a:r>
              <a:rPr lang="en-IN" sz="2000" dirty="0"/>
              <a:t>JOIN store AS s </a:t>
            </a:r>
            <a:br>
              <a:rPr lang="en-IN" sz="2000" dirty="0"/>
            </a:br>
            <a:r>
              <a:rPr lang="en-IN" sz="2000" dirty="0"/>
              <a:t>ON </a:t>
            </a:r>
            <a:r>
              <a:rPr lang="en-IN" sz="2000" dirty="0" err="1"/>
              <a:t>m.sid</a:t>
            </a:r>
            <a:r>
              <a:rPr lang="en-IN" sz="2000" dirty="0"/>
              <a:t> = </a:t>
            </a:r>
            <a:r>
              <a:rPr lang="en-IN" sz="2000" dirty="0" err="1"/>
              <a:t>s.sid</a:t>
            </a:r>
            <a:r>
              <a:rPr lang="en-IN" sz="2000" dirty="0"/>
              <a:t>;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8"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540" y="1427110"/>
            <a:ext cx="3107459" cy="12751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541" y="3102420"/>
            <a:ext cx="3107458" cy="11420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84" y="4446149"/>
            <a:ext cx="3276219" cy="1442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216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91822"/>
            <a:ext cx="9628495" cy="5663820"/>
          </a:xfrm>
        </p:spPr>
        <p:txBody>
          <a:bodyPr>
            <a:normAutofit fontScale="55000" lnSpcReduction="2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Display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address,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starttime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endtime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service points in the same city as that of 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userid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 </a:t>
            </a:r>
            <a:endParaRPr lang="en-US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/>
              <a:t>SELECT *</a:t>
            </a:r>
            <a:br>
              <a:rPr lang="en-US" sz="2200" dirty="0"/>
            </a:br>
            <a:r>
              <a:rPr lang="en-US" sz="2200" dirty="0"/>
              <a:t>FROM </a:t>
            </a:r>
            <a:r>
              <a:rPr lang="en-US" sz="2200" dirty="0" err="1"/>
              <a:t>samecity</a:t>
            </a:r>
            <a:r>
              <a:rPr lang="en-US" sz="2200" dirty="0"/>
              <a:t> </a:t>
            </a:r>
            <a:r>
              <a:rPr lang="en-US" sz="2200" dirty="0" err="1"/>
              <a:t>sc</a:t>
            </a:r>
            <a:br>
              <a:rPr lang="en-US" sz="2200" dirty="0"/>
            </a:br>
            <a:r>
              <a:rPr lang="en-US" sz="2200" dirty="0"/>
              <a:t>WHERE </a:t>
            </a:r>
            <a:r>
              <a:rPr lang="en-US" sz="2200" dirty="0" err="1"/>
              <a:t>sc.city</a:t>
            </a:r>
            <a:r>
              <a:rPr lang="en-US" sz="2200" dirty="0"/>
              <a:t> = (</a:t>
            </a:r>
            <a:br>
              <a:rPr lang="en-US" sz="2200" dirty="0"/>
            </a:br>
            <a:r>
              <a:rPr lang="en-US" sz="2200" dirty="0"/>
              <a:t>SELECT city</a:t>
            </a:r>
            <a:br>
              <a:rPr lang="en-US" sz="2200" dirty="0"/>
            </a:br>
            <a:r>
              <a:rPr lang="en-US" sz="2200" dirty="0"/>
              <a:t>FROM address</a:t>
            </a:r>
            <a:br>
              <a:rPr lang="en-US" sz="2200" dirty="0"/>
            </a:br>
            <a:r>
              <a:rPr lang="en-US" sz="2200" dirty="0"/>
              <a:t>WHERE </a:t>
            </a:r>
            <a:r>
              <a:rPr lang="en-US" sz="2200" dirty="0" err="1"/>
              <a:t>userid</a:t>
            </a:r>
            <a:r>
              <a:rPr lang="en-US" sz="2200" dirty="0"/>
              <a:t> = 5</a:t>
            </a:r>
            <a:br>
              <a:rPr lang="en-US" sz="2200" dirty="0"/>
            </a:br>
            <a:r>
              <a:rPr lang="en-US" sz="2200" dirty="0" smtClean="0"/>
              <a:t>);</a:t>
            </a:r>
            <a:endParaRPr lang="en-US" sz="2200" dirty="0" smtClean="0"/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7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view of all product sales in 2016.</a:t>
            </a:r>
            <a:endParaRPr lang="en-US" sz="2700" b="1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/>
              <a:t>CREATE VIEW sales_2016 AS</a:t>
            </a:r>
            <a:br>
              <a:rPr lang="en-US" sz="2200" dirty="0"/>
            </a:br>
            <a:r>
              <a:rPr lang="en-US" sz="2200" dirty="0"/>
              <a:t>SELECT p.name,</a:t>
            </a:r>
            <a:br>
              <a:rPr lang="en-US" sz="2200" dirty="0"/>
            </a:br>
            <a:r>
              <a:rPr lang="en-US" sz="2200" dirty="0" err="1"/>
              <a:t>p.type</a:t>
            </a:r>
            <a:r>
              <a:rPr lang="en-US" sz="2200" dirty="0"/>
              <a:t>,</a:t>
            </a:r>
            <a:br>
              <a:rPr lang="en-US" sz="2200" dirty="0"/>
            </a:br>
            <a:r>
              <a:rPr lang="en-US" sz="2200" dirty="0" err="1"/>
              <a:t>pa.payTime</a:t>
            </a:r>
            <a:br>
              <a:rPr lang="en-US" sz="2200" dirty="0"/>
            </a:br>
            <a:r>
              <a:rPr lang="en-US" sz="2200" dirty="0"/>
              <a:t>FROM product p</a:t>
            </a:r>
            <a:br>
              <a:rPr lang="en-US" sz="2200" dirty="0"/>
            </a:br>
            <a:r>
              <a:rPr lang="en-US" sz="2200" dirty="0"/>
              <a:t>JOIN payment pa </a:t>
            </a:r>
            <a:br>
              <a:rPr lang="en-US" sz="2200" dirty="0"/>
            </a:br>
            <a:r>
              <a:rPr lang="en-US" sz="2200" dirty="0"/>
              <a:t>ON </a:t>
            </a:r>
            <a:r>
              <a:rPr lang="en-US" sz="2200" dirty="0" err="1"/>
              <a:t>p.pid</a:t>
            </a:r>
            <a:r>
              <a:rPr lang="en-US" sz="2200" dirty="0"/>
              <a:t> = </a:t>
            </a:r>
            <a:r>
              <a:rPr lang="en-US" sz="2200" dirty="0" err="1"/>
              <a:t>pa.pid</a:t>
            </a:r>
            <a:br>
              <a:rPr lang="en-US" sz="2200" dirty="0"/>
            </a:br>
            <a:r>
              <a:rPr lang="en-US" sz="2200" dirty="0"/>
              <a:t>WHERE </a:t>
            </a:r>
            <a:r>
              <a:rPr lang="en-US" sz="2200" dirty="0" err="1"/>
              <a:t>pa.payTime</a:t>
            </a:r>
            <a:r>
              <a:rPr lang="en-US" sz="2200" dirty="0"/>
              <a:t> &gt;= '2016-01-01'</a:t>
            </a:r>
            <a:br>
              <a:rPr lang="en-US" sz="2200" dirty="0"/>
            </a:br>
            <a:r>
              <a:rPr lang="en-US" sz="2200" dirty="0"/>
              <a:t>AND </a:t>
            </a:r>
            <a:r>
              <a:rPr lang="en-US" sz="2200" dirty="0" err="1"/>
              <a:t>pa.payTime</a:t>
            </a:r>
            <a:r>
              <a:rPr lang="en-US" sz="2200" dirty="0"/>
              <a:t> &lt; '2017-01-01</a:t>
            </a:r>
            <a:r>
              <a:rPr lang="en-US" sz="2200" dirty="0" smtClean="0"/>
              <a:t>';</a:t>
            </a:r>
            <a:endParaRPr lang="en-US" sz="2200" dirty="0" smtClean="0"/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200" dirty="0"/>
              <a:t>SELECT * FROM sales_2016;</a:t>
            </a:r>
            <a:endParaRPr lang="en-US" sz="2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7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Retrieve all credit card payments and their associated order information</a:t>
            </a:r>
            <a:endParaRPr lang="en-US" sz="2700" b="1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/>
              <a:t>SELECT o.*,</a:t>
            </a:r>
            <a:br>
              <a:rPr lang="en-US" sz="2200" dirty="0"/>
            </a:br>
            <a:r>
              <a:rPr lang="en-US" sz="2200" dirty="0" err="1"/>
              <a:t>p.creditcardNumber</a:t>
            </a:r>
            <a:r>
              <a:rPr lang="en-US" sz="2200" dirty="0"/>
              <a:t>,</a:t>
            </a:r>
            <a:br>
              <a:rPr lang="en-US" sz="2200" dirty="0"/>
            </a:br>
            <a:r>
              <a:rPr lang="en-US" sz="2200" dirty="0" err="1"/>
              <a:t>p.payTime</a:t>
            </a:r>
            <a:br>
              <a:rPr lang="en-US" sz="2200" dirty="0"/>
            </a:br>
            <a:r>
              <a:rPr lang="en-US" sz="2200" dirty="0"/>
              <a:t>FROM orders AS o</a:t>
            </a:r>
            <a:br>
              <a:rPr lang="en-US" sz="2200" dirty="0"/>
            </a:br>
            <a:r>
              <a:rPr lang="en-US" sz="2200" dirty="0"/>
              <a:t>JOIN payment AS p </a:t>
            </a:r>
            <a:br>
              <a:rPr lang="en-US" sz="2200" dirty="0"/>
            </a:br>
            <a:r>
              <a:rPr lang="en-US" sz="2200" dirty="0"/>
              <a:t>ON </a:t>
            </a:r>
            <a:r>
              <a:rPr lang="en-US" sz="2200" dirty="0" err="1"/>
              <a:t>o.orderNumber</a:t>
            </a:r>
            <a:r>
              <a:rPr lang="en-US" sz="2200" dirty="0"/>
              <a:t> = </a:t>
            </a:r>
            <a:r>
              <a:rPr lang="en-US" sz="2200" dirty="0" err="1"/>
              <a:t>p.orderNumber</a:t>
            </a:r>
            <a:r>
              <a:rPr lang="en-US" sz="2200" dirty="0"/>
              <a:t>;</a:t>
            </a:r>
            <a:endParaRPr lang="en-US" sz="22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6" y="1377307"/>
            <a:ext cx="2497321" cy="15512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6" y="3275565"/>
            <a:ext cx="2497321" cy="14532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6" y="4928366"/>
            <a:ext cx="2497321" cy="1491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040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9713"/>
            <a:ext cx="9014346" cy="5568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2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sellers who manage more than one store.</a:t>
            </a:r>
            <a:endParaRPr lang="en-US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m.userid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/>
              <a:t>u.name AS Manager,</a:t>
            </a:r>
            <a:br>
              <a:rPr lang="en-US" sz="1800" dirty="0"/>
            </a:br>
            <a:r>
              <a:rPr lang="en-US" sz="1800" dirty="0"/>
              <a:t>COUNT(</a:t>
            </a:r>
            <a:r>
              <a:rPr lang="en-US" sz="1800" dirty="0" err="1"/>
              <a:t>m.sid</a:t>
            </a:r>
            <a:r>
              <a:rPr lang="en-US" sz="1800" dirty="0"/>
              <a:t>) AS </a:t>
            </a:r>
            <a:r>
              <a:rPr lang="en-US" sz="1800" dirty="0" err="1"/>
              <a:t>Store_Count</a:t>
            </a:r>
            <a:br>
              <a:rPr lang="en-US" sz="1800" dirty="0"/>
            </a:br>
            <a:r>
              <a:rPr lang="en-US" sz="1800" dirty="0"/>
              <a:t>FROM manage AS m</a:t>
            </a:r>
            <a:br>
              <a:rPr lang="en-US" sz="1800" dirty="0"/>
            </a:br>
            <a:r>
              <a:rPr lang="en-US" sz="1800" dirty="0"/>
              <a:t>JOIN users AS u </a:t>
            </a:r>
            <a:br>
              <a:rPr lang="en-US" sz="1800" dirty="0"/>
            </a:br>
            <a:r>
              <a:rPr lang="en-US" sz="1800" dirty="0"/>
              <a:t>ON </a:t>
            </a:r>
            <a:r>
              <a:rPr lang="en-US" sz="1800" dirty="0" err="1"/>
              <a:t>m.userid</a:t>
            </a:r>
            <a:r>
              <a:rPr lang="en-US" sz="1800" dirty="0"/>
              <a:t> = </a:t>
            </a:r>
            <a:r>
              <a:rPr lang="en-US" sz="1800" dirty="0" err="1"/>
              <a:t>u.userid</a:t>
            </a:r>
            <a:br>
              <a:rPr lang="en-US" sz="1800" dirty="0"/>
            </a:br>
            <a:r>
              <a:rPr lang="en-US" sz="1800" dirty="0"/>
              <a:t>GROUP BY </a:t>
            </a:r>
            <a:r>
              <a:rPr lang="en-US" sz="1800" dirty="0" err="1"/>
              <a:t>m.userid</a:t>
            </a:r>
            <a:r>
              <a:rPr lang="en-US" sz="1800" dirty="0"/>
              <a:t>, u.name</a:t>
            </a:r>
            <a:br>
              <a:rPr lang="en-US" sz="1800" dirty="0"/>
            </a:br>
            <a:r>
              <a:rPr lang="en-US" sz="1800" dirty="0"/>
              <a:t>HAVING COUNT(</a:t>
            </a:r>
            <a:r>
              <a:rPr lang="en-US" sz="1800" dirty="0" err="1"/>
              <a:t>m.sid</a:t>
            </a:r>
            <a:r>
              <a:rPr lang="en-US" sz="1800" dirty="0"/>
              <a:t>) &gt; 1</a:t>
            </a:r>
            <a:r>
              <a:rPr lang="en-US" sz="1800" dirty="0" smtClean="0"/>
              <a:t>;</a:t>
            </a:r>
            <a:endParaRPr lang="en-US" sz="1800" dirty="0" smtClean="0"/>
          </a:p>
          <a:p>
            <a:pPr marL="457200" lvl="1" indent="0">
              <a:buNone/>
            </a:pPr>
            <a:r>
              <a:rPr lang="en-US" sz="22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Retrieve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names of buyers who have made at least one order and have also left a comment on a product.</a:t>
            </a:r>
            <a:endParaRPr lang="en-US" sz="2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1800" dirty="0"/>
              <a:t>SELECT DISTINCT u.name</a:t>
            </a:r>
            <a:br>
              <a:rPr lang="en-IN" sz="1800" dirty="0"/>
            </a:br>
            <a:r>
              <a:rPr lang="en-IN" sz="1800" dirty="0"/>
              <a:t>FROM users u</a:t>
            </a:r>
            <a:br>
              <a:rPr lang="en-IN" sz="1800" dirty="0"/>
            </a:br>
            <a:r>
              <a:rPr lang="en-IN" sz="1800" dirty="0"/>
              <a:t>JOIN buyer b </a:t>
            </a:r>
            <a:br>
              <a:rPr lang="en-IN" sz="1800" dirty="0"/>
            </a:br>
            <a:r>
              <a:rPr lang="en-IN" sz="1800" dirty="0"/>
              <a:t>ON </a:t>
            </a:r>
            <a:r>
              <a:rPr lang="en-IN" sz="1800" dirty="0" err="1"/>
              <a:t>b.userid</a:t>
            </a:r>
            <a:r>
              <a:rPr lang="en-IN" sz="1800" dirty="0"/>
              <a:t> = </a:t>
            </a:r>
            <a:r>
              <a:rPr lang="en-IN" sz="1800" dirty="0" err="1"/>
              <a:t>u.userid</a:t>
            </a:r>
            <a:br>
              <a:rPr lang="en-IN" sz="1800" dirty="0"/>
            </a:br>
            <a:r>
              <a:rPr lang="en-IN" sz="1800" dirty="0"/>
              <a:t>JOIN orders o </a:t>
            </a:r>
            <a:br>
              <a:rPr lang="en-IN" sz="1800" dirty="0"/>
            </a:br>
            <a:r>
              <a:rPr lang="en-IN" sz="1800" dirty="0"/>
              <a:t>ON </a:t>
            </a:r>
            <a:r>
              <a:rPr lang="en-IN" sz="1800" dirty="0" err="1"/>
              <a:t>b.userid</a:t>
            </a:r>
            <a:r>
              <a:rPr lang="en-IN" sz="1800" dirty="0"/>
              <a:t> = </a:t>
            </a:r>
            <a:r>
              <a:rPr lang="en-IN" sz="1800" dirty="0" err="1"/>
              <a:t>o.userid</a:t>
            </a:r>
            <a:br>
              <a:rPr lang="en-IN" sz="1800" dirty="0"/>
            </a:br>
            <a:r>
              <a:rPr lang="en-IN" sz="1800" dirty="0"/>
              <a:t>JOIN comments c </a:t>
            </a:r>
            <a:br>
              <a:rPr lang="en-IN" sz="1800" dirty="0"/>
            </a:br>
            <a:r>
              <a:rPr lang="en-IN" sz="1800" dirty="0"/>
              <a:t>ON </a:t>
            </a:r>
            <a:r>
              <a:rPr lang="en-IN" sz="1800" dirty="0" err="1"/>
              <a:t>b.userid</a:t>
            </a:r>
            <a:r>
              <a:rPr lang="en-IN" sz="1800" dirty="0"/>
              <a:t> = </a:t>
            </a:r>
            <a:r>
              <a:rPr lang="en-IN" sz="1800" dirty="0" err="1"/>
              <a:t>c.userid</a:t>
            </a:r>
            <a:r>
              <a:rPr lang="en-IN" sz="1800" dirty="0"/>
              <a:t>;</a:t>
            </a: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375" y="1523824"/>
            <a:ext cx="2351376" cy="1905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375" y="2994365"/>
            <a:ext cx="2504070" cy="2080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3292</Words>
  <Application>WPS Presentation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Queries</vt:lpstr>
      <vt:lpstr>Queries</vt:lpstr>
      <vt:lpstr>Queries</vt:lpstr>
      <vt:lpstr>Queries</vt:lpstr>
      <vt:lpstr>Queries</vt:lpstr>
      <vt:lpstr>Queries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Database Management  </dc:title>
  <dc:creator>DELL</dc:creator>
  <cp:lastModifiedBy>Shubham Juwale</cp:lastModifiedBy>
  <cp:revision>12</cp:revision>
  <dcterms:created xsi:type="dcterms:W3CDTF">2026-01-12T08:30:00Z</dcterms:created>
  <dcterms:modified xsi:type="dcterms:W3CDTF">2026-03-04T02:34:20Z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4C51D1E855C04BCA9CB91A21C89F4FFF_12</vt:lpwstr>
  </property>
  <property fmtid="{D5CDD505-2E9C-101B-9397-08002B2CF9AE}" pid="3" name="KSOProductBuildVer">
    <vt:lpwstr>1033-12.2.0.23196</vt:lpwstr>
  </property>
</Properties>
</file>